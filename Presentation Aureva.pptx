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82880"/>
            <a:ext cx="1188720" cy="7955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554480" y="274320"/>
            <a:ext cx="32004" cy="658368"/>
          </a:xfrm>
          <a:prstGeom prst="rect">
            <a:avLst/>
          </a:prstGeom>
          <a:solidFill>
            <a:srgbClr val="C9A84C">
              <a:alpha val="60000"/>
            </a:srgbClr>
          </a:solidFill>
          <a:ln w="1270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91640" y="2560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AUREVA Freight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691640" y="73152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Transitaire aérien funéraire  ·  Agréé IATA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01168" y="1152144"/>
            <a:ext cx="8741664" cy="25603"/>
          </a:xfrm>
          <a:prstGeom prst="rect">
            <a:avLst/>
          </a:prstGeom>
          <a:solidFill>
            <a:srgbClr val="C9A84C">
              <a:alpha val="35000"/>
            </a:srgbClr>
          </a:solidFill>
          <a:ln w="1270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1371600"/>
            <a:ext cx="8741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dernier voyage,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201168" y="2359152"/>
            <a:ext cx="8741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avec dignité.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201168" y="3547872"/>
            <a:ext cx="8741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conversation entre professionnels — et entre musulmans.</a:t>
            </a:r>
            <a:endParaRPr lang="en-US" sz="1150" dirty="0"/>
          </a:p>
        </p:txBody>
      </p:sp>
      <p:pic>
        <p:nvPicPr>
          <p:cNvPr id="11" name="Image 1" descr="/home/claude/ia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41605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62272" y="0"/>
            <a:ext cx="468172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4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64592"/>
            <a:ext cx="82296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" y="8412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9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probleme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736592" y="841248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reponse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01168" y="1261872"/>
            <a:ext cx="3977640" cy="22860"/>
          </a:xfrm>
          <a:prstGeom prst="rect">
            <a:avLst/>
          </a:prstGeom>
          <a:solidFill>
            <a:srgbClr val="C8C4B0">
              <a:alpha val="50000"/>
            </a:srgbClr>
          </a:solidFill>
          <a:ln w="12700">
            <a:solidFill>
              <a:srgbClr val="C8C4B0">
                <a:alpha val="5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36592" y="1261872"/>
            <a:ext cx="4133088" cy="22860"/>
          </a:xfrm>
          <a:prstGeom prst="rect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1168" y="1417320"/>
            <a:ext cx="3977640" cy="777240"/>
          </a:xfrm>
          <a:prstGeom prst="rect">
            <a:avLst/>
          </a:prstGeom>
          <a:solidFill>
            <a:srgbClr val="EDEAE2"/>
          </a:solidFill>
          <a:ln w="12700">
            <a:solidFill>
              <a:srgbClr val="EDEA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" y="158191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A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1508760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delais qui s'etirent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773168" y="158191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166360" y="1508760"/>
            <a:ext cx="3584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vol disponible — IATA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736592" y="2286000"/>
            <a:ext cx="4133088" cy="777240"/>
          </a:xfrm>
          <a:prstGeom prst="rect">
            <a:avLst/>
          </a:prstGeom>
          <a:solidFill>
            <a:srgbClr val="0A1824"/>
          </a:solidFill>
          <a:ln w="12700">
            <a:solidFill>
              <a:srgbClr val="0A18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" y="245059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A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8368" y="2377440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interlocuteurs eparpilles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773168" y="245059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166360" y="2377440"/>
            <a:ext cx="3584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contact, 7j/7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01168" y="3154680"/>
            <a:ext cx="3977640" cy="777240"/>
          </a:xfrm>
          <a:prstGeom prst="rect">
            <a:avLst/>
          </a:prstGeom>
          <a:solidFill>
            <a:srgbClr val="EDEAE2"/>
          </a:solidFill>
          <a:ln w="12700">
            <a:solidFill>
              <a:srgbClr val="EDEAE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6032" y="331927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A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58368" y="3246120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 islamiques meconnus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773168" y="331927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166360" y="3246120"/>
            <a:ext cx="3584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Fondes par des musulmans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736592" y="4023360"/>
            <a:ext cx="4133088" cy="777240"/>
          </a:xfrm>
          <a:prstGeom prst="rect">
            <a:avLst/>
          </a:prstGeom>
          <a:solidFill>
            <a:srgbClr val="0A1824"/>
          </a:solidFill>
          <a:ln w="12700">
            <a:solidFill>
              <a:srgbClr val="0A182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418795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A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58368" y="4114800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limitee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773168" y="418795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166360" y="4114800"/>
            <a:ext cx="3584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BSL · Strasbourg · Lyon · partout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462272" y="777240"/>
            <a:ext cx="22860" cy="4366260"/>
          </a:xfrm>
          <a:prstGeom prst="rect">
            <a:avLst/>
          </a:prstGeom>
          <a:solidFill>
            <a:srgbClr val="C9A84C">
              <a:alpha val="60000"/>
            </a:srgbClr>
          </a:solidFill>
          <a:ln w="12700">
            <a:solidFill>
              <a:srgbClr val="C9A84C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46304"/>
            <a:ext cx="82296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777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SOMMES-NOUS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201168" y="98755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Fondés par des musulmans.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Experts du fret aérien.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102352" y="987552"/>
            <a:ext cx="27432" cy="3886200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1168" y="2176272"/>
            <a:ext cx="45720" cy="1920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176272"/>
            <a:ext cx="45354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8C4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Dans notre dîn, le corps doit être lavé, préparé, enterré rapidement. Ce n'est pas une préférence. C'est une obligation. Nous avons créé AUREVA pour que cela ne se reproduise plus. »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84048" y="4151376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Hamza Agouddim, Président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349240" y="10515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 ans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5349240" y="17647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fret aérien international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49240" y="2240280"/>
            <a:ext cx="3200400" cy="16459"/>
          </a:xfrm>
          <a:prstGeom prst="rect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49240" y="23500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Agréé IATA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5349240" y="30632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direct aux compagnies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49240" y="3538728"/>
            <a:ext cx="3200400" cy="16459"/>
          </a:xfrm>
          <a:prstGeom prst="rect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49240" y="364845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7j/7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5349240" y="43616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disponibles, dans l'heure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46304"/>
            <a:ext cx="82296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777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GAGNEZ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201168" y="9601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Moins de charge.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familles apaisées.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01168" y="2121408"/>
            <a:ext cx="256032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" y="19933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charge administrative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01168" y="2779776"/>
            <a:ext cx="256032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26517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vol disponible — Agréé IATA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1168" y="3438144"/>
            <a:ext cx="256032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331012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interlocuteur, toujours disponible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1168" y="4096512"/>
            <a:ext cx="256032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396849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rites islamiques — notre conviction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74920" y="960120"/>
            <a:ext cx="27432" cy="3913632"/>
          </a:xfrm>
          <a:prstGeom prst="rect">
            <a:avLst/>
          </a:prstGeom>
          <a:solidFill>
            <a:srgbClr val="D0CCC0"/>
          </a:solidFill>
          <a:ln w="12700">
            <a:solidFill>
              <a:srgbClr val="D0CCC0"/>
            </a:solidFill>
            <a:prstDash val="solid"/>
          </a:ln>
        </p:spPr>
      </p:sp>
      <p:pic>
        <p:nvPicPr>
          <p:cNvPr id="15" name="Image 1" descr="/mnt/project/Africa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5212080" y="1005840"/>
            <a:ext cx="2560320" cy="2029968"/>
          </a:xfrm>
          <a:prstGeom prst="rect">
            <a:avLst/>
          </a:prstGeom>
        </p:spPr>
      </p:pic>
      <p:pic>
        <p:nvPicPr>
          <p:cNvPr id="16" name="Image 2" descr="/home/claude/flags/seneg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325526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50992" y="3182112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Sénégal</a:t>
            </a:r>
            <a:endParaRPr lang="en-US" sz="1000" dirty="0"/>
          </a:p>
        </p:txBody>
      </p:sp>
      <p:pic>
        <p:nvPicPr>
          <p:cNvPr id="18" name="Image 3" descr="/home/claude/flags/maro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184" y="325526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07808" y="3182112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Maroc</a:t>
            </a:r>
            <a:endParaRPr lang="en-US" sz="1000" dirty="0"/>
          </a:p>
        </p:txBody>
      </p:sp>
      <p:pic>
        <p:nvPicPr>
          <p:cNvPr id="20" name="Image 4" descr="/home/claude/flags/mal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68" y="3822192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650992" y="374904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</a:t>
            </a:r>
            <a:endParaRPr lang="en-US" sz="1000" dirty="0"/>
          </a:p>
        </p:txBody>
      </p:sp>
      <p:pic>
        <p:nvPicPr>
          <p:cNvPr id="22" name="Image 5" descr="/home/claude/flags/algeri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184" y="3822192"/>
            <a:ext cx="347472" cy="34747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607808" y="374904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Algérie</a:t>
            </a:r>
            <a:endParaRPr lang="en-US" sz="1000" dirty="0"/>
          </a:p>
        </p:txBody>
      </p:sp>
      <p:pic>
        <p:nvPicPr>
          <p:cNvPr id="24" name="Image 6" descr="/home/claude/flags/guin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0368" y="4389120"/>
            <a:ext cx="347472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650992" y="4315968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Guinée</a:t>
            </a:r>
            <a:endParaRPr lang="en-US" sz="1000" dirty="0"/>
          </a:p>
        </p:txBody>
      </p:sp>
      <p:pic>
        <p:nvPicPr>
          <p:cNvPr id="26" name="Image 7" descr="/home/claude/flags/tunisi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7184" y="4389120"/>
            <a:ext cx="347472" cy="34747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607808" y="4315968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Tunisie</a:t>
            </a:r>
            <a:endParaRPr lang="en-US" sz="1000" dirty="0"/>
          </a:p>
        </p:txBody>
      </p:sp>
      <p:sp>
        <p:nvSpPr>
          <p:cNvPr id="28" name="Text 18"/>
          <p:cNvSpPr/>
          <p:nvPr/>
        </p:nvSpPr>
        <p:spPr>
          <a:xfrm>
            <a:off x="5230368" y="4754880"/>
            <a:ext cx="3712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B89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toute destination sur demande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46304"/>
            <a:ext cx="82296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" y="777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TRAVAILLONS ENSEMBLE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201168" y="960120"/>
            <a:ext cx="8741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Simple. Humain. Maintenant.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201168" y="1600200"/>
            <a:ext cx="8741664" cy="22860"/>
          </a:xfrm>
          <a:prstGeom prst="rect">
            <a:avLst/>
          </a:prstGeom>
          <a:solidFill>
            <a:srgbClr val="C9A84C">
              <a:alpha val="28000"/>
            </a:srgbClr>
          </a:solidFill>
          <a:ln w="12700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1168" y="1783080"/>
            <a:ext cx="2798064" cy="2240280"/>
          </a:xfrm>
          <a:prstGeom prst="rect">
            <a:avLst/>
          </a:prstGeom>
          <a:solidFill>
            <a:srgbClr val="091520"/>
          </a:solidFill>
          <a:ln w="12700">
            <a:solidFill>
              <a:srgbClr val="C9A84C">
                <a:alpha val="2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1892808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7472" y="2478024"/>
            <a:ext cx="347472" cy="20117"/>
          </a:xfrm>
          <a:prstGeom prst="rect">
            <a:avLst/>
          </a:prstGeom>
          <a:solidFill>
            <a:srgbClr val="C9A84C">
              <a:alpha val="45000"/>
            </a:srgbClr>
          </a:solidFill>
          <a:ln w="12700">
            <a:solidFill>
              <a:srgbClr val="C9A84C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258775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signe une convention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7472" y="3172968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 simple, clair. Pas de contrat complexe. On pose le cadre et on demarre.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182112" y="1783080"/>
            <a:ext cx="2798064" cy="2240280"/>
          </a:xfrm>
          <a:prstGeom prst="rect">
            <a:avLst/>
          </a:prstGeom>
          <a:solidFill>
            <a:srgbClr val="091520"/>
          </a:solidFill>
          <a:ln w="12700">
            <a:solidFill>
              <a:srgbClr val="C9A84C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28416" y="1892808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3328416" y="2478024"/>
            <a:ext cx="347472" cy="20117"/>
          </a:xfrm>
          <a:prstGeom prst="rect">
            <a:avLst/>
          </a:prstGeom>
          <a:solidFill>
            <a:srgbClr val="C9A84C">
              <a:alpha val="45000"/>
            </a:srgbClr>
          </a:solidFill>
          <a:ln w="12700">
            <a:solidFill>
              <a:srgbClr val="C9A84C">
                <a:alpha val="4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28416" y="258775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nous envoyez un dossier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328416" y="3172968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le traite ensemble, de A a Z. Vous voyez comment on travaille. La confiance se construit sur du concret.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163056" y="1783080"/>
            <a:ext cx="2798064" cy="2240280"/>
          </a:xfrm>
          <a:prstGeom prst="rect">
            <a:avLst/>
          </a:prstGeom>
          <a:solidFill>
            <a:srgbClr val="091520"/>
          </a:solidFill>
          <a:ln w="12700">
            <a:solidFill>
              <a:srgbClr val="C9A84C">
                <a:alpha val="2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1892808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6309360" y="2478024"/>
            <a:ext cx="347472" cy="20117"/>
          </a:xfrm>
          <a:prstGeom prst="rect">
            <a:avLst/>
          </a:prstGeom>
          <a:solidFill>
            <a:srgbClr val="C9A84C">
              <a:alpha val="45000"/>
            </a:srgbClr>
          </a:solidFill>
          <a:ln w="12700">
            <a:solidFill>
              <a:srgbClr val="C9A84C">
                <a:alpha val="4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258775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devient votre partenaire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09360" y="3172968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dossier bien gere, c'est une famille apaisee. On est la sur la duree, pas pour un coup.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01168" y="4160520"/>
            <a:ext cx="8741664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3" name="Image 1" descr="/home/claude/ia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206240"/>
            <a:ext cx="594360" cy="5943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4160520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support@aurevafreight.com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6583680" y="416052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aurevafreight.com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AUREVA Freight</dc:title>
  <dc:subject>PptxGenJS Presentation</dc:subject>
  <dc:creator>PptxGenJS</dc:creator>
  <cp:lastModifiedBy>PptxGenJS</cp:lastModifiedBy>
  <cp:revision>1</cp:revision>
  <dcterms:created xsi:type="dcterms:W3CDTF">2026-03-31T05:00:14Z</dcterms:created>
  <dcterms:modified xsi:type="dcterms:W3CDTF">2026-03-31T05:00:14Z</dcterms:modified>
</cp:coreProperties>
</file>